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1B5E20"/>
                </a:solidFill>
              </a:rPr>
              <a:t>Dig Into FIRST LEGO League UNEARTHED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435785"/>
                </a:solidFill>
              </a:rPr>
              <a:t>Archaeology challenge guide for ages 7–10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Connect real archaeologist work with UNEARTHED robot missions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Use the kid-language prompts to prep your own slides, speeches, or pit displays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Each mission summary is based on FIRST official resources</a:t>
            </a:r>
          </a:p>
        </p:txBody>
      </p:sp>
      <p:pic>
        <p:nvPicPr>
          <p:cNvPr id="5" name="Picture 4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05840"/>
            <a:ext cx="50292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FIRST LEGO League Game &amp; Season Info, 2025-26 UNEARTHED (firstinspires.org/programs/fll/game-and-season)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4E342E"/>
                </a:solidFill>
              </a:rPr>
              <a:t>What archaeologists really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Study past cultures by reading the clues inside material culture—anything people made, used, or changed.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Excavate slowly with brushes, trowels, sieves, and notebooks so nothing breaks or loses its story.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Work in teams: bone experts, soil scientists, artists, and tech helpers all compare notes to solve the puzzle.</a:t>
            </a:r>
          </a:p>
        </p:txBody>
      </p:sp>
      <p:pic>
        <p:nvPicPr>
          <p:cNvPr id="4" name="Picture 3" descr="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Archaeology 101, Archaeological Institute of America (archaeological.org/wp-content/uploads/2019/08/Archaeology-101.pdf)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9478C"/>
                </a:solidFill>
              </a:rPr>
              <a:t>UNEARTHED in kid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The 2025–26 FIRST LEGO League theme is UNEARTHED™: uncover the past to discover the future.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Every artifact teams reveal has a story about people, inventions, and art.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Robots become the safe tools that let you “dig deeper” using STEM thinking, coding, and teamwork.</a:t>
            </a:r>
          </a:p>
        </p:txBody>
      </p:sp>
      <p:pic>
        <p:nvPicPr>
          <p:cNvPr id="4" name="Picture 3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97280"/>
            <a:ext cx="41148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FIRST LEGO League Game &amp; Season Info, 2025-26 UNEARTHED (firstinspires.org/programs/fll/game-and-season)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215E7E"/>
                </a:solidFill>
              </a:rPr>
              <a:t>Tools we swap &amp;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E342E"/>
                </a:solidFill>
              </a:rPr>
              <a:t>Archaeologist habits to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Brush gently → code slow motor power when touching mission models.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Label finds → program robots to park artifacts neatly for judges.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Sketch layers → use photos, notebooks, or tablets to track each robot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9478C"/>
                </a:solidFill>
              </a:rPr>
              <a:t>Robot upgrades that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Attachment swaps act like brushes, scoops, and lifters.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Sensors = digital measuring tape so you hit the same dig spot every time.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Team roles mirror a dig crew: driver, coder, note taker, reset captain.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Archaeology 101, Archaeological Institute of America (archaeological.org/wp-content/uploads/2019/08/Archaeology-101.pdf) | FIRST LEGO League Game &amp; Season Info, 2025-26 UNEARTHED (firstinspires.org/programs/fll/game-and-season)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B5E20"/>
                </a:solidFill>
              </a:rPr>
              <a:t>Mission map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282828"/>
                </a:solidFill>
              </a:rPr>
              <a:t>01 Surface Brushing</a:t>
            </a:r>
            <a:br/>
            <a:r>
              <a:t>02 Map Reveal</a:t>
            </a:r>
            <a:br/>
            <a:r>
              <a:t>03 Mineshaft Explorer</a:t>
            </a:r>
            <a:br/>
            <a:r>
              <a:t>04 Careful Recovery</a:t>
            </a:r>
            <a:br/>
            <a:r>
              <a:t>05 Who Lived Here?</a:t>
            </a:r>
            <a:br/>
            <a:r>
              <a:t>06 Forge</a:t>
            </a:r>
            <a:br/>
            <a:r>
              <a:t>07 Heavy Lifting</a:t>
            </a:r>
            <a:br/>
            <a:r>
              <a:t>08 Silo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282828"/>
                </a:solidFill>
              </a:rPr>
              <a:t>09 What's on Sale?</a:t>
            </a:r>
            <a:br/>
            <a:r>
              <a:t>10 Tip the Scales</a:t>
            </a:r>
            <a:br/>
            <a:r>
              <a:t>11 Angler Artifacts</a:t>
            </a:r>
            <a:br/>
            <a:r>
              <a:t>12 Salvage Operation</a:t>
            </a:r>
            <a:br/>
            <a:r>
              <a:t>13 Statue Rebuild</a:t>
            </a:r>
            <a:br/>
            <a:r>
              <a:t>14 Forum</a:t>
            </a:r>
            <a:br/>
            <a:r>
              <a:t>15 Site 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435785"/>
                </a:solidFill>
              </a:rPr>
              <a:t>These are official mission titles from the Field Setup Guide.</a:t>
            </a:r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03120"/>
            <a:ext cx="36576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UNEARTHED Field Setup Guide (firstinspires.blob.core.windows.net/.../fll-challenge-unearthed-field-setup-reference-guide.pdf)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795548"/>
                </a:solidFill>
              </a:rPr>
              <a:t>Dig the site (Missions 1–5)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Mission 01 – Surface Brushing: Sweep the loose layer like a dig brush so hidden pieces peek through.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02 – Map Reveal: Flip or slide the site map to plan where the team explores next.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03 – Mineshaft Explorer: Send a careful scout into the shaft and guide it back safely.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04 – Careful Recovery: Lift fragile finds without bumping surrounding structures.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05 – Who Lived Here?: Collect story tiles that hint at the families who used the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646464"/>
                </a:solidFill>
              </a:rPr>
              <a:t>Kid-language summaries help you plan stories. Always check the official rulebook for scoring.</a:t>
            </a:r>
          </a:p>
        </p:txBody>
      </p:sp>
      <p:pic>
        <p:nvPicPr>
          <p:cNvPr id="5" name="Picture 4" descr="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097280"/>
            <a:ext cx="32004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UNEARTHED Field Setup Guide (firstinspires.blob.core.windows.net/.../fll-challenge-unearthed-field-setup-reference-guide.pdf)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215E7E"/>
                </a:solidFill>
              </a:rPr>
              <a:t>Build &amp; move (Missions 6–10)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Mission 06 – Forge: Deliver raw material so metal tools can be restored.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07 – Heavy Lifting: Raise stone blocks with steady power the way pulleys help archaeologists.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08 – Silo: Store artifacts just like crops in a silo—safe, dry, and labeled.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09 – What’s on Sale?: Sort market goods to learn what ancient people traded.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10 – Tip the Scales: Balance weights to compare how heavy different finds are.</a:t>
            </a:r>
          </a:p>
        </p:txBody>
      </p:sp>
      <p:pic>
        <p:nvPicPr>
          <p:cNvPr id="4" name="Picture 3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914400"/>
            <a:ext cx="320040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UNEARTHED Field Setup Guide (firstinspires.blob.core.windows.net/.../fll-challenge-unearthed-field-setup-reference-guide.pdf)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B5E20"/>
                </a:solidFill>
              </a:rPr>
              <a:t>Share &amp; protect (Missions 11–15)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Mission 11 – Angler Artifacts: Pull treasures from the net without dropping them back into the water.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12 – Salvage Operation: Rescue pieces from a wreck zone so conservators can clean them.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13 – Statue Rebuild: Stack statue sections in order so the monument stands again.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14 – Forum: Bring artifacts to the sharing space where stories get told.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Mission 15 – Site Marking: Plant flags that show exactly where new clues were found.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822960"/>
            <a:ext cx="3383280" cy="2537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UNEARTHED Field Setup Guide (firstinspires.blob.core.windows.net/.../fll-challenge-unearthed-field-setup-reference-guide.pdf)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9478C"/>
                </a:solidFill>
              </a:rPr>
              <a:t>Kid-ready game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Before building: read the UNEARTHED description together and circle the history words you want to learn more about.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During robot runs: talk through each move like you are the dig boss explaining what the robot “tool” is doing.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After each mission: take a photo, tape it into a field journal, and write one sentence about the story you uncovered.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FIRST LEGO League Game &amp; Season Info, 2025-26 UNEARTHED (firstinspires.org/programs/fll/game-and-season) | Archaeology 101, Archaeological Institute of America (archaeological.org/wp-content/uploads/2019/08/Archaeology-101.pdf)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795548"/>
                </a:solidFill>
              </a:rPr>
              <a:t>Show &amp; tell your discoveries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Explain the problem: “We needed to uncover artifacts without hurting them.”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Describe your solution like an exhibit label: tool name, how it works, and what it revealed.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Connect to people: whose life does the mission remind you of? What future invention could it inspire?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Invite questions: archaeologists and judges love when teams share how they tested, failed, and tried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Archaeology 101, Archaeological Institute of America (archaeological.org/wp-content/uploads/2019/08/Archaeology-101.pdf)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09478C"/>
                </a:solidFill>
              </a:rPr>
              <a:t>Helpful links &amp; downloads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UNEARTHED Game &amp; Season hub: firstinspires.org/programs/fll/game-and-season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Season materials library (rulebook, videos, mission builds): firstinspires.org/resources/library/fll/season-materials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Archaeology 101 mini-book: archaeological.org/wp-content/uploads/2019/08/Archaeology-101.pdf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Field Setup Guide for Mission titles &amp; placement: firstinspires.blob.core.windows.net/fll/challenge/2025-26/fll-challenge-unearthed-field-setup-reference-guide.pdf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All links verified Nov 14,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